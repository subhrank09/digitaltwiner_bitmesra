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team and the one-sentence pitch: a virtual patient that sees a glucose spike coming two hours before it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GlucoTwin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that warns of glucose excursions 2 hours ahead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fusing EHR and wearable / CGM data (Type 2 Diabetes)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Happiest Health  ·  Reimagining and Reforming Healthcare in India Summit 2026  ·  Digital Twin Challenge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&lt;TEAM NAME&gt;   ·   College: &lt;COLLEGE NAME&gt;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diabetes needs a twin, not a snapshot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801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100M+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9202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 diabetes in India (ICMR-INDIAB estimate)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68980" y="118872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801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9202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doctor time every few months, per patient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2024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glucose, heart rate and sleep data change on a wearable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34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care reacts after the spike. </a:t>
            </a:r>
            <a:pPr indent="0" marL="0">
              <a:buNone/>
            </a:pPr>
            <a:r>
              <a:rPr lang="en-US" sz="17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keeps a living virtual replica of each patient, updated by wearables and joined with the health record, so the care team can act before an adverse event.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case: forecast, explain, test a fix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2 Diabetes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event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19659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above 180 mg/dL at any time in the next 2 hours (currently at or below 160)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7432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Diabetologist or care team looking at a virtual patient console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204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5204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+ expected peak + risk level + 'why' + what-if simulation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pic>
        <p:nvPicPr>
          <p:cNvPr id="3" name="Image 0" descr="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914400"/>
            <a:ext cx="6949440" cy="38040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data streams, both synthetic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77640" cy="2377440"/>
          </a:xfrm>
          <a:prstGeom prst="roundRect">
            <a:avLst>
              <a:gd name="adj" fmla="val 3846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/ historical (EHR)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sex, BMI, HbA1c, fasting glucose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BP, LDL, triglycerides, eGFR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 diagnoses, medications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TCF7L2 genetic risk alleles, family history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143000"/>
            <a:ext cx="3977640" cy="2377440"/>
          </a:xfrm>
          <a:prstGeom prst="roundRect">
            <a:avLst>
              <a:gd name="adj" fmla="val 3846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/ real-time (wearables)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73736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CGM glucose every 5 minutes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 and HRV (RMSSD)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and activity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stages (awake, light, deep, REM)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virtual patients × 14 days × 5-minute resolution. Indian meal patterns, sleep debt, stress and walking habits drive the physiology. No real patient data (DPDP / HIPAA safe).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 is a hybrid: data-driven + mechanistic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(ML)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688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44 fused, leak-free features. Calibrated probability, expected 2 h peak, alert threshold tuned for about 80% sensitivity.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137160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 (simulator)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4688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response, insulin resistance, sleep debt, stress and exercise. Re-runs the same meals and noise with one change, so a doctor can ask counter-factual questions.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371600"/>
            <a:ext cx="502920" cy="502920"/>
          </a:xfrm>
          <a:prstGeom prst="ellipse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(drivers)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46888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forecast shows which input group pushes risk up or down: glucose trend, meal-time habit, sleep, clinical profile, stress, movement.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held-out patients</a:t>
            </a:r>
            <a:endParaRPr lang="en-US" sz="3000" dirty="0"/>
          </a:p>
        </p:txBody>
      </p:sp>
      <p:pic>
        <p:nvPicPr>
          <p:cNvPr id="3" name="Image 0" descr="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237378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126480" y="1005840"/>
            <a:ext cx="256032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0972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AUROC, fused model (3 patient-level splits)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126480" y="2377440"/>
            <a:ext cx="256032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3640" y="2468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excursion episodes pre-warned (primary split)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alone: 0.67. Baseline logistic regression on current glucose: 0.61.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come from our simulator, so this measures pipeline learning, not clinical accuracy.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ablations actually tell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143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Glucose history leads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49047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CGM and meal-time habit carry most of the signal (importance 0.18 and 0.11 AUROC). EHR alone cannot time a spike.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240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Fusion helps most at cold start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8775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new patient with no history, adding the EHR lifts AUPRC from 0.739 to 0.762. With history, the gain is small (0.768 to 0.775).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3375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Alerts are too frequent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685032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per patient-day at 80% sensitivity. Needs clinician-tuned thresholds before any real use.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Conceptual UI: the doctor's console</a:t>
            </a:r>
            <a:endParaRPr lang="en-US" sz="3000" dirty="0"/>
          </a:p>
        </p:txBody>
      </p:sp>
      <p:pic>
        <p:nvPicPr>
          <p:cNvPr id="3" name="Image 0" descr="clinicia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914400"/>
            <a:ext cx="6858000" cy="38397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What-if: walk 15 minutes after meals</a:t>
            </a:r>
            <a:endParaRPr lang="en-US" sz="3000" dirty="0"/>
          </a:p>
        </p:txBody>
      </p:sp>
      <p:pic>
        <p:nvPicPr>
          <p:cNvPr id="3" name="Image 0" descr="whati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45790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852160" y="105156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89320" y="1143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12.9% → 6.1%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above 180 mg/dL (demo patient P0030)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852160" y="2423160"/>
            <a:ext cx="2834640" cy="1234440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89320" y="2514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231 → 205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5989320" y="31546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daily peak, mg/dL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meals, same noise, one change. The effect size reflects simulator assumptions, not clinical evidence.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responsible use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only on synthetic data; metrics are not clinical performance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physiology: no insulin dosing, illness, alcohol or sensor drift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180 mg/dL threshold and a high alert rate (alert fatigue risk)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results are simulations, not prescriptions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not a medical device, no regulatory clearance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real open wearable + CGM datasets and anonymised clinical records, with ethics approval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each patient's insulin sensitivity from their own data (true personalisation)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uncertainty intervals and clinician-tuned alert policies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hypertension and cardiovascular risk using the same twin framework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·  github.com/&lt;your-handle&gt;/TeamName_CollegeName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GlucoTwin  ·  synthetic data, research prototype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GlucoTwin: Digital Twin for Type 2 Diabetes</dc:title>
  <dc:subject>PptxGenJS Presentation</dc:subject>
  <dc:creator>PptxGenJS</dc:creator>
  <cp:lastModifiedBy>PptxGenJS</cp:lastModifiedBy>
  <cp:revision>1</cp:revision>
  <dcterms:created xsi:type="dcterms:W3CDTF">2026-10-02T06:29:54Z</dcterms:created>
  <dcterms:modified xsi:type="dcterms:W3CDTF">2026-10-02T06:29:54Z</dcterms:modified>
</cp:coreProperties>
</file>